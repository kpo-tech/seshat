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(M EUR)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9</c:v>
                </c:pt>
                <c:pt idx="2">
                  <c:v>4.25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Berlin office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team, Q1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revenue</a:t>
            </a:r>
          </a:p>
          <a:p>
            <a:pPr lvl="1"/>
            <a:r>
              <a:t>North America</a:t>
            </a:r>
          </a:p>
          <a:p>
            <a:pPr lvl="1"/>
            <a:r>
              <a:t>Europe</a:t>
            </a:r>
          </a:p>
          <a:p>
            <a:pPr/>
            <a:r>
              <a:t>Reduce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 floor p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8000" cy="5080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914400" y="3657600"/>
            <a:ext cx="3657600" cy="914400"/>
            <a:chOff x="914400" y="3657600"/>
            <a:chExt cx="3657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36576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caption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Plain text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